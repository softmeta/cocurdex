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"/>
          <p:cNvSpPr/>
          <p:nvPr>
            <p:ph type="body" idx="1"/>
          </p:nvPr>
        </p:nvSpPr>
        <p:spPr/>
        <p:txBody>
          <a:bodyPr/>
          <a:p>
            <a:r>
              <a:rPr/>
              <a:t>Pilot starts in week two.</a:t>
            </a:r>
          </a:p>
        </p:txBody>
      </p:sp>
    </p:spTree>
  </p:cSld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</p:txBody>
      </p:sp>
      <p:sp>
        <p:nvSpPr>
          <p:cNvPr id="2" name="body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</p:txBody>
      </p:sp>
    </p:spTree>
  </p:cSld>
</p:sldLayout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0" y="0"/>
            <a:ext cx="100" cy="100"/>
          </a:xfrm>
        </p:spPr>
        <p:txBody>
          <a:bodyPr/>
        </p:txBody>
      </p:sp>
    </p:spTree>
  </p:cSld>
</p:sldMaster>
</file>

<file path=ppt/slides/_rels/slide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Img" Type="http://schemas.openxmlformats.org/officeDocument/2006/relationships/image" Target="../media/map.png"/><Relationship Id="rNotes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/>
              <a:t>Pilot sites</a:t>
            </a:r>
          </a:p>
        </p:txBody>
      </p:sp>
      <p:sp>
        <p:nvSpPr>
          <p:cNvPr id="2" name="obj"/>
          <p:cNvSpPr/>
          <p:nvPr>
            <p:ph type="obj" idx="1"/>
          </p:nvPr>
        </p:nvSpPr>
        <p:spPr/>
        <p:txBody>
          <a:bodyPr/>
          <a:p>
            <a:r>
              <a:rPr/>
              <a:t>North depot</a:t>
            </a:r>
          </a:p>
          <a:p>
            <a:pPr lvl="1"/>
            <a:r>
              <a:rPr/>
              <a:t>Scanner refresh</a:t>
            </a:r>
          </a:p>
        </p:txBody>
      </p:sp>
      <p:grpSp>
        <p:nvGrpSpPr>
          <p:cNvPr id="5" name="Group"/>
          <p:cNvGrpSpPr/>
          <p:nvPr/>
        </p:nvGrpSpPr>
        <p:grpSpPr>
          <a:xfrm>
            <a:off x="6400000" y="4800000"/>
            <a:ext cx="1828800" cy="1219200"/>
            <a:chOff x="0" y="0"/>
            <a:chExt cx="1828800" cy="1219200"/>
          </a:xfrm>
        </p:grpSpPr>
        <p:pic>
          <p:nvPicPr>
            <p:cNvPr id="4" name="Picture" descr="Site map"/>
            <p:cNvPicPr/>
            <p:nvPr/>
          </p:nvPicPr>
          <p:blipFill>
            <a:blip r:embed="rImg"/>
          </p:blipFill>
          <p:spPr>
            <a:xfrm>
              <a:off x="0" y="0"/>
              <a:ext cx="1828800" cy="1219200"/>
            </a:xfrm>
          </p:spPr>
        </p:pic>
      </p:grpSp>
    </p:spTree>
  </p:cSld>
</p:sld>
</file>

<file path=docProps/core.xml><?xml version="1.0" encoding="utf-8"?>
<cp:coreProperties xmlns:cp="http://schemas.openxmlformats.org/package/2006/metadata/core-properties" xmlns:dc="http://purl.org/dc/elements/1.1/">
  <dc:title>Warehouse rollout</dc:title>
</cp:coreProperties>
</file>